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4049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3038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570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5777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2356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275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071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9633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5445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4762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23254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9332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6115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8751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2222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2619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55212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42C50-D632-4DD3-82BF-E57BE2C479A9}" type="datetimeFigureOut">
              <a:rPr lang="en-MY" smtClean="0"/>
              <a:t>26/11/2023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EB085-7F17-45E4-802B-59C74A77CC5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61232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06CD-9B4A-5942-4CA3-E4C2A3A3B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 CROSS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BEF20-9872-0CB1-81A2-B4BF7DA9B1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7169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3A2C4-FABF-4752-F4E3-1F7D7497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Game functions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FE64-CA9A-B881-987B-39653991E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main interface when you connected to the game</a:t>
            </a:r>
            <a:endParaRPr lang="en-MY" sz="2800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C729D66-E15D-FFF4-613E-ECBF61AEA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489" y="2106949"/>
            <a:ext cx="4317058" cy="263732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712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B826-5AE4-92AC-B003-C067893A4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Game functions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0436F-8764-D3DC-FF97-1C654D338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Server response Invalid Input for not using numeric input</a:t>
            </a:r>
            <a:endParaRPr lang="en-MY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342CAF-2C6B-3D8C-A0A4-91300168E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147" y="1937517"/>
            <a:ext cx="5242403" cy="298296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78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1379-1CAD-124C-61E1-52EE5F43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Game functions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3C9F5-1B25-51E3-52A2-5385E52E6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800" dirty="0"/>
              <a:t>Server response Incorrect if the given answer is not the right one</a:t>
            </a:r>
            <a:r>
              <a:rPr lang="en-US" dirty="0"/>
              <a:t>.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51192E-DF68-FCB7-94C6-434C1D465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016" y="1857191"/>
            <a:ext cx="5048804" cy="320513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54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CF0E6-943A-DBBF-24DC-FEAB45FD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84" y="76239"/>
            <a:ext cx="5934508" cy="1639886"/>
          </a:xfrm>
        </p:spPr>
        <p:txBody>
          <a:bodyPr>
            <a:noAutofit/>
          </a:bodyPr>
          <a:lstStyle/>
          <a:p>
            <a:r>
              <a:rPr lang="en-US" sz="6000" dirty="0"/>
              <a:t>CODE AND FUNCTION</a:t>
            </a:r>
            <a:endParaRPr lang="en-MY" sz="6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EC165-304C-8519-44D7-A267A2F26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584" y="1716125"/>
            <a:ext cx="7472503" cy="1987896"/>
          </a:xfrm>
        </p:spPr>
        <p:txBody>
          <a:bodyPr>
            <a:noAutofit/>
          </a:bodyPr>
          <a:lstStyle/>
          <a:p>
            <a:r>
              <a:rPr lang="en-US" sz="2800" dirty="0"/>
              <a:t>T</a:t>
            </a:r>
            <a:r>
              <a:rPr lang="en-MY" sz="2800" dirty="0"/>
              <a:t>o generate the interface and add random operator into the question to the clients for each question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80979-26BC-4F58-7D66-13128AAD1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98" y="3973922"/>
            <a:ext cx="9174666" cy="254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19C8-5777-F231-0DAF-DB9E23DB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477078"/>
            <a:ext cx="5934508" cy="1639886"/>
          </a:xfrm>
        </p:spPr>
        <p:txBody>
          <a:bodyPr>
            <a:noAutofit/>
          </a:bodyPr>
          <a:lstStyle/>
          <a:p>
            <a:r>
              <a:rPr lang="en-US" sz="6000" dirty="0"/>
              <a:t>CODE AND FUNCTION</a:t>
            </a:r>
            <a:endParaRPr lang="en-MY" sz="6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6F73B-80CE-6D51-EA29-04020A6A1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Generate the question and send to the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Receive the input from the clients</a:t>
            </a:r>
            <a:endParaRPr lang="en-MY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54E7F2-006E-3BD2-0A5D-BA36C54C5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0" y="3902806"/>
            <a:ext cx="7294815" cy="28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D593-D372-6B10-C7B1-A5A30FC8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/>
              <a:t>CODE AND FUNCTION</a:t>
            </a:r>
            <a:endParaRPr lang="en-MY" sz="6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EFD47-4B32-DA8A-4F47-1F9A5EA4E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Ensure the clients input is a numeric answer and response whether the user has answer correctly or not</a:t>
            </a:r>
            <a:endParaRPr lang="en-MY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335CE9-0445-5994-503E-7989B7861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03" y="4608515"/>
            <a:ext cx="5725324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07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0B47-2C4B-1FA8-9921-0995FF50B0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8B95C-6395-020A-B82C-B64F5FBBE3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2922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20</TotalTime>
  <Words>102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MATH CROSS</vt:lpstr>
      <vt:lpstr>The Game functions</vt:lpstr>
      <vt:lpstr>The Game functions</vt:lpstr>
      <vt:lpstr>The Game functions</vt:lpstr>
      <vt:lpstr>CODE AND FUNCTION</vt:lpstr>
      <vt:lpstr>CODE AND FUNCTION</vt:lpstr>
      <vt:lpstr>CODE AND FUNCTION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CROSS</dc:title>
  <dc:creator>tanjia ming</dc:creator>
  <cp:lastModifiedBy>tanjia ming</cp:lastModifiedBy>
  <cp:revision>12</cp:revision>
  <dcterms:created xsi:type="dcterms:W3CDTF">2023-11-26T13:26:33Z</dcterms:created>
  <dcterms:modified xsi:type="dcterms:W3CDTF">2023-11-26T13:46:44Z</dcterms:modified>
</cp:coreProperties>
</file>